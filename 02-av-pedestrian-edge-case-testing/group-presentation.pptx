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4F1786-F6BA-4768-BD7D-FCF8922B4B66}" type="datetimeFigureOut">
              <a:rPr lang="en-DE" smtClean="0"/>
              <a:t>29/01/2025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E0A2DA-E12A-492C-827B-83B0883DAA48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48349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2111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357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608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393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63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33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08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39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557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907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24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0598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tudthdegde-my.sharepoint.com/:f:/g/personal/rajiv_kundu_stud_th-deg_de/EuF6kqKrU1NLoPU2gUFB75MBB014vPv3Y0DzmBA3qV50CA?e=qLmV3Q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00B5AE2-C5CC-499C-8F2D-249888BE2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A7A3698-B350-40E5-8475-9BCC41A08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9144000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E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AC655C7-EC94-4BE6-84C8-2F9EFBBB2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arking lot lanes with skid marks on the road">
            <a:extLst>
              <a:ext uri="{FF2B5EF4-FFF2-40B4-BE49-F238E27FC236}">
                <a16:creationId xmlns:a16="http://schemas.microsoft.com/office/drawing/2014/main" id="{6C5499BC-272C-91EF-7C87-EE50FF2366A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4140" r="6859" b="-1"/>
          <a:stretch/>
        </p:blipFill>
        <p:spPr>
          <a:xfrm>
            <a:off x="0" y="0"/>
            <a:ext cx="9143980" cy="6857990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5549E29-E797-4A00-B030-3AB01640C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286603"/>
            <a:ext cx="7543800" cy="145075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800" kern="1200" spc="-5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Designing Critical Edge Case Scenarios for Pedestrian Safety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5149" y="3704030"/>
            <a:ext cx="7543800" cy="2630285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NAME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Case Study Cooperative and Autonomous Systems </a:t>
            </a:r>
          </a:p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SUPERVISING PROFESSOR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Prof. Dr. Igor Doric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Rajiv Kundu – 22401583(33%)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Kukadiya Romikumar R. – 22409640(33%)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Sumithra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Neeli – 22409091(33%) 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link : 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609E9FA-BDDE-45C4-8F5E-974D4208D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E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737E529-E43B-4948-B3C4-7F6B806FCC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E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E4F352A-53EF-1807-11A1-E4DDA47AD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1494" y="604623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CAS Group Paper Presentation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205</TotalTime>
  <Words>52</Words>
  <Application>Microsoft Office PowerPoint</Application>
  <PresentationFormat>On-screen Show (4:3)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Times New Roman</vt:lpstr>
      <vt:lpstr>Retrospect</vt:lpstr>
      <vt:lpstr>Designing Critical Edge Case Scenarios for Pedestrian Safety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Romi Kukadiya</dc:creator>
  <cp:keywords/>
  <dc:description>generated using python-pptx</dc:description>
  <cp:lastModifiedBy>Rajiv Kundu</cp:lastModifiedBy>
  <cp:revision>14</cp:revision>
  <dcterms:created xsi:type="dcterms:W3CDTF">2013-01-27T09:14:16Z</dcterms:created>
  <dcterms:modified xsi:type="dcterms:W3CDTF">2025-01-29T19:44:40Z</dcterms:modified>
  <cp:category/>
</cp:coreProperties>
</file>